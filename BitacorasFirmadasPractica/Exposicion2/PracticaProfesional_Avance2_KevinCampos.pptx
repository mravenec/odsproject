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402336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UNIVERSIDAD TÉCNICA 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Bachillerato en Ingeniería del Software  ·  Sede Central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1280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PRÁCTICA PROFESIONAL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Sistema 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Agenda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Plataforma de seguimiento de proyectos institucionales alineados a los 17 Objetivos de Desarrollo Sostenible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1295C"/>
                </a:solidFill>
                <a:latin typeface="Calibri"/>
              </a:rPr>
              <a:t>AVANCE 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Kevin Campos González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Cédula 2-0675-0567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UTN — Dirección de Planificación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Unidad de Gestión de Proyectos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Calibri"/>
              </a:rPr>
              <a:t>Coordinador: MGT Joaquín Artavia Chaves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5212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  <a:latin typeface="Calibri"/>
              </a:rPr>
              <a:t>FECHA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alibri"/>
              </a:rPr>
              <a:t>14 / 07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2  ·  PRESENTACIÓN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La institución y el área de práctica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931920" cy="484632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mbria"/>
              </a:rPr>
              <a:t>UTN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ADCFC"/>
                </a:solidFill>
                <a:latin typeface="Calibri"/>
              </a:rPr>
              <a:t>Universidad Técnica Nacional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Institución pública de educación superior costarricense con sede central en Alajuela. Forma profesionales en ingenierías, ciencias administrativas, agropecuarias y de la salud, con enfoque en innovación y vinculación con la sociedad.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143000"/>
            <a:ext cx="71323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2801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00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mbria"/>
              </a:rPr>
              <a:t>Dirección de Planificación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65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Unidad de Gestión de Proyectos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Responsable institucional del seguimiento y evaluación de proyectos estratégicos de la UTN.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383280"/>
            <a:ext cx="34290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3566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MISIÓN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31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Brindar soporte técnico y de planificación a las direcciones de la UTN mediante el desarrollo de sistemas que faciliten el registro, seguimiento y evaluación de proyectos institucionales.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83280"/>
            <a:ext cx="34747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566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VISIÓN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931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Consolidarse como una unidad de referencia en la planificación institucional, contribuyendo al cumplimiento de los compromisos de la UTN con la Agenda 2030 y los Objetivos de Desarrollo Sostenible.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3  ·  CONTEXTO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El proyecto: Sistema ODS Agenda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Plataforma web institucional para que la UTN registre, configure y evalúe proyectos vinculados a los 17 ODS. En Avance I: 19 BD + jOOQ. En Avance II: capa de repositorios, servicios y controladores REST con pruebas.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Servicios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288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Controladores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17+1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Repos ODS + 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Calibri"/>
              </a:rPr>
              <a:t>Endpoints 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29000"/>
            <a:ext cx="566928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11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ROLES DEFINIDOS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Administrador · acceso total al sistema
Gestor · crea y edita sus proyectos ODS
Consultor · solo lectura de reportes y dashboards
Evaluador · revisa y cierra la evaluación de proyectos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42900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STACK TECNOLÓGICO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Base de datos     MariaDB 10.11
Backend              Spring Boot 3.5.x · Java 21
ORM / Code-gen  jOOQ 3.19.6
Build                    Maven 3.8+
Autenticación      JWT  ·  Frontend: React + 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4A  ·  TAREAS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Semana 5 · Interfaces base y primeros repositorios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19 / 06 /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051560"/>
            <a:ext cx="1005840" cy="2743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051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 horas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73152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PLANEADAS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Lo que estaba previsto para la semana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a. Crear IOdsBaseRepository.java
   Interfaz genérica con 6 parámetros de tipo (T, E, P, M, MH, A).
b. Crear interfaces de login
   ILoginRepository, ILoginService e ILoginController.
c. Iniciar repositorios ODS 01 y 02
   Objetivo01PobrezaRepository y Objetivo02HambreCeroRepository
   con jOOQ / DSLContext y @inheritDoc.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63040"/>
            <a:ext cx="3840480" cy="4572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45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Calibri"/>
              </a:rPr>
              <a:t>NO PLANEADAS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11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Imprevisto resuelto durante la 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Error de nomenclatura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0175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IOdsBaseRepository tenía un error en el nombre del primer objetivo (faltaba una «b» en «Pobreza»). Se corrigió para evitar confusiones al escalar a los 17 ODS.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4B  ·  TAREAS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Semana 6 · 17 repositorios ODS + LoginRepository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26 / 06 / 2026   ·   20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ENTREGABLES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96596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391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17 repositorios ODS (Objetivo01 → Objetivo17)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0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Cada uno implementa IOdsBaseRepository con tipos jOOQ y CRUD de proyectos, indicadores, parámetros y mediciones históricas.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2608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20040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08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IOdsBaseService.java + IOdsBaseController.java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Contrato común incluyendo findAllIndicadoresByProyecto y findIndicadoresByMeta.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6052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079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LoginRepository.java + inicio LoginService.java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LoginRepository con jOOQ. LoginService inicia login y vistas de indicadores.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4C  ·  TAREAS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Semana 7 · 18 servicios y 18 controladores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03 / 07 / 2026   ·   20 horas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6692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18 servicios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LoginService + Objetivo01Service → Objetivo17Service. Se corrigió getVistaDetalleIndicadores (proyectoId mal usado) junto con interfaz y controlador.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18 controladores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Endpoints de autenticación, usuarios, sedes e indicadores. Documentación @inheritDoc en todos los controladores.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8056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Calibri"/>
              </a:rPr>
              <a:t>NO PLANEADO  ·  Consistencia entre capas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Al corregir getVistaDetalleIndicadores se descubrió que la firma no era igual en ILoginRepository, LoginRepository, ILoginService, LoginService, ILoginController y LoginController. Se reparó toda la cadena.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4D  ·  TAREAS REALIZADAS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Semana 8 · Pruebas HTTP, mocks SQL y levantamiento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10 / 07 / 2026   ·   20 horas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002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Archivos .http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20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Login + MasterProject + 17 ODS. GET Objetivo01PobrezaController 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1460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974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ods_mocks.sql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Usuarios de prueba y proyectos. Login verificado. Corrección JooqConfig.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61188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044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947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Arranque BD + Spring Boot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4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Proyecto inicia correctamente tras depurar importaciones.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709160"/>
            <a:ext cx="114300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822960" cy="3657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017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92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Endpoints verificados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Lectura OK. Escritura con problemas menores → próxima semana.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4E  ·  VISIÓN GLOBAL DEL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Mapa de lo construido hasta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188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Interfaces + repos 01-02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463040"/>
            <a:ext cx="21945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188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17 repos ODS + 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463040"/>
            <a:ext cx="21945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188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18 servicios + controllers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63040"/>
            <a:ext cx="21945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1188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298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965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HTTP + mocks + 75%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651760"/>
            <a:ext cx="5669280" cy="3291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34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YA CONSTRUIDO · AVANCE 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24612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✓ IOdsBaseRepository + interfaces de login
✓ 17 repositorios ODS + LoginRepository
✓ IOdsBaseService / IOdsBaseController
✓ 18 servicios y 18 controladores REST
✓ Pruebas .http + ods_mocks.sql
✓ Spring Boot levantando con datos reales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65176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PRÓXIMO · AVANCE III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4612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→ Corregir endpoints de escritura
→ Frontend React + Vite (login / nav)
→ Seguridad JWT en el flujo real
→ Motor de fórmulas exp4j
→ Dashboards e indicadores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5  ·  CUMPLIMIENTO DEL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Cronograma propuesto vs ejecutado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C7293"/>
                </a:solidFill>
                <a:latin typeface="Calibri"/>
              </a:rPr>
              <a:t>100% de cumplimiento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95C"/>
                </a:solidFill>
                <a:latin typeface="Calibri"/>
              </a:rPr>
              <a:t>PROPUESTO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48463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84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848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Modalidad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Lunes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Martes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Miércoles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Jueves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611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Viernes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TOTAL SEMANAL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20 horas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343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55448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95C"/>
                </a:solidFill>
                <a:latin typeface="Calibri"/>
              </a:rPr>
              <a:t>EJECUTADO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057400"/>
            <a:ext cx="484632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0848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0848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Horas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0848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Modalidad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Lunes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Martes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Miércoles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611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Jueves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3611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Viernes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8am – 12md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977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TOTAL SEMANAL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20 horas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4343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Virtual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440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Análisis — El cronograma ejecutado coincide exactamente con el propuesto en las 4 semanas (5–8). 20 h/semana en bitácoras firmadas. Cumplimiento del 100% en planeadas y no planeadas (nomenclatura, carpetas, firmas de login, JooqConfig).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6  ·  REFLEXIÓN DEL PERIODO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Comentario personal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95C"/>
                </a:solidFill>
                <a:latin typeface="Calibri"/>
              </a:rPr>
              <a:t>“Las semanas cinco a ocho me enseñaron que en un proyecto institucional una arquitectura por capas solo funciona si los contratos —las interfaces— se definen y alinean con el mismo rigor que el diseño de la base de datos.”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6888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27889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Contratos antes que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46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Definir IOdsBaseRepository / Service / Controller evitó duplicar lógica en los 17 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6888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78892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Diagnóstico técnico entre capas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46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getVistaDetalleIndicadores obligó a alinear firmas en 6 archivos.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20624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452628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Probar con datos reales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.http y mocks revelaron el fallo de JooqConfig y la escritura al 75%.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206240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526280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572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Trabajo institucional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Bitácora firmada y coordinación con MGT Joaquín Artavia.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295C"/>
                </a:solidFill>
                <a:latin typeface="Calibri"/>
              </a:rPr>
              <a:t>DIAPOSITIVA 7  ·  INCONVENIENTES SOBRE LA MARCHA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mbria"/>
              </a:rPr>
              <a:t>Tres inconvenientes presentados durante la práctica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716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Inconsistencia de firmas en la capa de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Al corregir getVistaDetalleIndicadores se descubrió que la firma no era igual en ILoginRepository, LoginRepository, ILoginService, LoginService, ILoginController y LoginController. Se reparó toda la cadena.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88920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24612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17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Fallo de arranque por JooqConfig.java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Importaciones incorrectas impedían iniciar BD + Spring Boot. Se depuró la configuración hasta un arranque estable y la prueba de endpoints contra MariaDB.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34840"/>
            <a:ext cx="11430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489204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Endpoints de escritura incompletos y errores de lint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206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La lectura funcionó; la escritura quedó al 75%. Imports no usados en Objetivo05GeneroController y LoginController bloquearon la compilación hasta limpiarlos.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Práctica Profesional  ·  Avance II  ·  Kevin Campos González  ·  UTN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402336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Avance II · Sistema ODS Agenda 2030 · UTN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Kevin Campos González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Bachillerato en Ingeniería del Software · Universidad Técnica Nacional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14 / 07 /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