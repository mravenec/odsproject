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402336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UNIVERSIDAD TÉCNICA 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Bachillerato en Ingeniería del Software  ·  Sede Central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PRÁCTICA PROFESIONAL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Sistema 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Agenda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Plataforma de seguimiento de proyectos institucionales alineados a los 17 Objetivos de Desarrollo Sostenible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1295C"/>
                </a:solidFill>
                <a:latin typeface="Calibri"/>
              </a:rPr>
              <a:t>AVANCE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Kevin Campos González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Cédula 2-0675-0567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UTN — Dirección de Planificación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Unidad de Gestión de Proyectos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Coordinador: MGT Joaquín Artavia Chaves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212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Calibri"/>
              </a:rPr>
              <a:t>FECHA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11 / 08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2  ·  PRESENTACIÓN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La institución y el área de práctica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931920" cy="48463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UTN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ADCFC"/>
                </a:solidFill>
                <a:latin typeface="Calibri"/>
              </a:rPr>
              <a:t>Universidad Técnica Nacional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Institución pública de educación superior costarricense con sede central en Alajuela. Forma profesionales en ingenierías, ciencias administrativas, agropecuarias y de la salud, con enfoque en innovación y vinculación con la sociedad.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43000"/>
            <a:ext cx="7132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2801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mbria"/>
              </a:rPr>
              <a:t>Dirección de Planificación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65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Unidad de Gestión de Proyectos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Responsable institucional del seguimiento y evaluación de proyectos estratégicos de la UTN.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83280"/>
            <a:ext cx="34290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3566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MISIÓN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31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Brindar soporte técnico y de planificación a las direcciones de la UTN mediante el desarrollo de sistemas que faciliten el registro, seguimiento y evaluación de proyectos institucionales.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83280"/>
            <a:ext cx="34747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566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VISIÓN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931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Consolidarse como una unidad de referencia en la planificación institucional, contribuyendo al cumplimiento de los compromisos de la UTN con la Agenda 2030 y los Objetivos de Desarrollo Sostenible.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3  ·  CONTEXTO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El proyecto: Sistema ODS Agenda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Plataforma web institucional para que la UTN registre, configure y evalúe proyectos vinculados a los 17 ODS. En Avance I: 19 BD + jOOQ. En Avance II: repositorios, servicios y controladores REST. En Avance III: frontend en React + Vite conectado al backend con datos reales.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Páginas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17+1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Servicios Axios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17+1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Hooks React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Creación transaccional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56692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11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ROLES DEFINIDOS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Administrador · acceso total al sistema
Gestor · crea y edita sus proyectos ODS
Consultor · solo lectura de reportes y dashboards
Evaluador · revisa y cierra la evaluación de proyectos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42900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STACK TECNOLÓGICO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Base de datos     MariaDB 10.11
Backend              Spring Boot 3.5.x · Java 21
ORM / Code-gen  jOOQ 3.19.6
Build                    Maven 3.8+
Autenticación      JWT  ·  Frontend: React + Vite (activo)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4A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9 · Proyecto React, LoginPage e identidad visual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17 / 07 /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051560"/>
            <a:ext cx="1005840" cy="2743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051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 horas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7315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PLANEADAS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Lo que estaba previsto para la semana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a. Crear el proyecto de React con Vite
   Configurar estructura de carpetas para páginas, servicios y componentes.
b. Desarrollar LoginPage
   Formulario de autenticación conectado al backend.
c. Aplicar la identidad visual UTN
   Paleta azul #012169, celeste #98BADF y gris #C8C9C7.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63040"/>
            <a:ext cx="3840480" cy="4572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NO PLANEADAS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Imprevisto resuelto durante la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Maqueta del supervisor adaptada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0175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Se tomó como base la propuesta de diseño del supervisor para el dashboard. Adaptarla al proyecto llevó más tiempo del esperado, pero resultó en una interfaz más alineada con la institución.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4B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10 · Dashboard, servicios Axios y 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24 / 07 / 2026   ·   20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ENTREGABLES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96596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391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DashboardPage con métricas reales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Tarjetas de proyectos, indicadores y logros. Se corrigió el mapeo snake_case → camelCase entre backend y frontend.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20040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08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17 servicios Axios (objetivo01Service → objetivo17Service)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getIndicators, saveIndicator, getMetasProyecto, saveMetaProyecto y getMedicionesHistoricas, más api.js con interceptor de token JWT.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6052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07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17 hooks + useProjects.jsx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Cada hook maneja loading, error y datos para que las páginas los consuman directamente.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4C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11 · Creación de proyectos e indicadores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31 / 07 / 2026   ·   20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6692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ProjectCreationPage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Selector de ODS en cuadrícula, carga dinámica de indicadores del catálogo y configuración de meta y fórmula por indicador.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IndicatorConfigModal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Textarea con botones de operadores (+, -, *, /, paréntesis) para escribir fórmulas. Bug: el operador se insertaba siempre al final en vez de en la posición del cursor.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8056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Calibri"/>
              </a:rPr>
              <a:t>NO PLANEADO  ·  Vinculación de ODS e indicadores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El proyecto se guardaba en la base de datos, pero sin los ODS ni los indicadores vinculados. Se descubrió que el backend necesitaba un nuevo endpoint POST /api/projects/full para recibir todo en una sola llamada.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4D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12 · Persistencia transaccional y corrección de bugs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07 / 08 / 2026   ·   20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Tabla proyecto_ods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Llave única (proyecto_id, ods_id). Un trigger causó el error 1442 de MariaDB; se eliminó y la lógica pasó al repositorio Java.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1460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974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createFullProject transaccional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Guarda proyecto, ODS e indicadores en una sola operación; revierte si algo falla. Corrigió también claves duplicadas con ON DUPLICATE KEY UPDATE.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1188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044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947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Cursor en IndicatorConfigModal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 usó useRef con selectionStart/selectionEnd para insertar el operador en la posición exacta y reposicionar con requestAnimationFrame.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70916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017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92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Vista enriquecida en el listado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 creó una vista en ods_master con JOIN a proyecto_ods para resolver el problema de "Objetivo Desconocido" en los proyectos listados.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4E  ·  VISIÓN GLOBAL DEL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Mapa de lo construido hasta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React + 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463040"/>
            <a:ext cx="21945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Dashboard + servicios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463040"/>
            <a:ext cx="21945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ProjectCreation 80%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63040"/>
            <a:ext cx="21945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Persistencia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651760"/>
            <a:ext cx="5669280" cy="3291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34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YA CONSTRUIDO · AVANCE 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4612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✓ Proyecto React + Vite con identidad UTN
✓ LoginPage conectado al backend (JWT)
✓ DashboardPage con métricas reales
✓ 17 servicios Axios + 17 hooks + useProjects
✓ ProjectCreationPage + IndicatorConfigModal
✓ createFullProject transaccional (proyecto + ODS + indicadores)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65176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PRÓXIMO · AVANCE 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461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→ EvaluationPage para ingreso de parámetros
→ Corregir ProjectResultsPage
→ Motor de evaluación de fórmulas (exp4j)
→ Seguridad JWT en el flujo real
→ Dashboards e indicadores avanzados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5  ·  CUMPLIMIENTO DEL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Cronograma propuesto vs ejecutado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C7293"/>
                </a:solidFill>
                <a:latin typeface="Calibri"/>
              </a:rPr>
              <a:t>100% de cumplimiento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95C"/>
                </a:solidFill>
                <a:latin typeface="Calibri"/>
              </a:rPr>
              <a:t>PROPUESTO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48463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848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Modalidad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Lunes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Martes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Miércoles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Jueves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611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Viernes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TOTAL SEMANAL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20 horas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43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5448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95C"/>
                </a:solidFill>
                <a:latin typeface="Calibri"/>
              </a:rPr>
              <a:t>EJECUTADO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057400"/>
            <a:ext cx="48463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0848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Horas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0848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Modalidad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Lunes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Martes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Miércoles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Jueves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611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Viernes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TOTAL SEMANAL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20 horas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4343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440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Análisis — El cronograma ejecutado coincide exactamente con el propuesto en las 4 semanas del avance (9–12). Se reportaron 20 horas semanales en bitácoras firmadas, con cumplimiento del 100% en las actividades planeadas y las no planeadas (maqueta del dashboard, integración con sedes, endpoint /api/projects/full, error de trigger 1442).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6  ·  REFLEXIÓN DEL PERIODO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Comentario personal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95C"/>
                </a:solidFill>
                <a:latin typeface="Calibri"/>
              </a:rPr>
              <a:t>“Las semanas nueve a doce me enseñaron que en un sistema institucional la persistencia transaccional y la experiencia de usuario del frontend deben construirse con el mismo rigor que el backend.”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6888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27889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Datos reales desde el inicio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Conectar cada página al backend real, sin mocks, reveló discrepancias tempranas: snake_case/camelCase y endpoints de sedes faltantes.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6888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7889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Transaccionalidad ante 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46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createFullProject demostró que guardar entidades relacionadas exige una operación atómica con rollback.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20624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5262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Diagnosticar antes de asumir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El error 1442 de trigger obligó a investigar la causa raíz antes de mover la lógica a Java.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20624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5262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572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Trabajo institucional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Bitácora firmada y coordinación semanal con MGT Joaquín Artavia.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7  ·  INCONVENIENTES SOBRE LA MARCHA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Tres inconvenientes presentados durante la práctica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71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Bug de cursor en IndicatorConfigModal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El operador se insertaba siempre al final del texto en vez de en la posición del cursor. Quedó pendiente en la semana 11 y se corrigió en la semana 12 con useRef y selectionStart/selectionEnd.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88920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17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Vinculación incompleta de ODS e indicadores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El proyecto se guardaba sin sus ODS ni indicadores vinculados. Se creó el endpoint POST /api/projects/full para guardar todo en una sola operación transaccional.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34840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489204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Error de trigger en MariaDB (1442)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206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Un trigger no puede modificar la misma tabla que lo activa. Se eliminó el trigger de proyecto_ods y la lógica se movió al repositorio Java.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III  ·  Kevin Campos González  ·  UTN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402336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Avance III · Sistema ODS Agenda 2030 · UTN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Kevin Campos González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Bachillerato en Ingeniería del Software · Universidad Técnica Nacional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11 / 08 /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